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Calibri (MS)" charset="1" panose="020F0502020204030204"/>
      <p:regular r:id="rId14"/>
    </p:embeddedFont>
    <p:embeddedFont>
      <p:font typeface="Times New Roman Italics" charset="1" panose="020205030504050903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0449" y="2762490"/>
            <a:ext cx="14737237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5"/>
              </a:lnSpc>
            </a:pPr>
            <a:r>
              <a:rPr lang="en-US" sz="5404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Compression using Pruning, Quantization and Distillation on AG News Dataset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32334" y="5388495"/>
            <a:ext cx="13543844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5 Presentation</a:t>
            </a:r>
          </a:p>
          <a:p>
            <a:pPr algn="ctr">
              <a:lnSpc>
                <a:spcPts val="4323"/>
              </a:lnSpc>
            </a:pPr>
            <a:r>
              <a:rPr lang="en-US" sz="36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by: Manish Raj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6" y="412279"/>
            <a:ext cx="12354052" cy="1715841"/>
            <a:chOff x="0" y="0"/>
            <a:chExt cx="16472069" cy="22877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2287787"/>
            </a:xfrm>
            <a:custGeom>
              <a:avLst/>
              <a:gdLst/>
              <a:ahLst/>
              <a:cxnLst/>
              <a:rect r="r" b="b" t="t" l="l"/>
              <a:pathLst>
                <a:path h="2287787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2287787"/>
                  </a:lnTo>
                  <a:lnTo>
                    <a:pt x="0" y="2287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6472069" cy="2430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 and Motivation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7776" y="2428847"/>
            <a:ext cx="10739100" cy="497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 models provide outstanding accuracy in NLP tasks but require significant computational and memory resources.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enable deployment on low-resource devices, compression techniques are used to make models smaller and faster.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study applies pruning, quantization, and knowledge distillation on transformer models.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goal is to analyze performance trade-offs between size reduction, accuracy, and inference time.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6" y="412279"/>
            <a:ext cx="12354052" cy="1715841"/>
            <a:chOff x="0" y="0"/>
            <a:chExt cx="16472069" cy="22877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2287787"/>
            </a:xfrm>
            <a:custGeom>
              <a:avLst/>
              <a:gdLst/>
              <a:ahLst/>
              <a:cxnLst/>
              <a:rect r="r" b="b" t="t" l="l"/>
              <a:pathLst>
                <a:path h="2287787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2287787"/>
                  </a:lnTo>
                  <a:lnTo>
                    <a:pt x="0" y="2287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6472069" cy="2430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Methodology / Workflow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7776" y="2428847"/>
            <a:ext cx="14701165" cy="497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AG News (1,000 samples used for experimentation)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Model: DistilBERT transformer fine-tuned on AG News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Compression Techniques:</a:t>
            </a:r>
          </a:p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– Pruning: Global L1 Unstructured Pruning (30%)</a:t>
            </a:r>
          </a:p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– Quantization: Dynamic INT8 Quantization for CPU inference</a:t>
            </a:r>
          </a:p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– Knowledge Distillation: Training a smaller student model from a  teacher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Metrics:</a:t>
            </a:r>
          </a:p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– Model Size (MB)</a:t>
            </a:r>
          </a:p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– Validation Accuracy (%)</a:t>
            </a:r>
          </a:p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– Inference Time per Batch (s)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6" y="713006"/>
            <a:ext cx="16289189" cy="130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 and Performance Metrics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891219" y="1711819"/>
          <a:ext cx="14062304" cy="3431681"/>
        </p:xfrm>
        <a:graphic>
          <a:graphicData uri="http://schemas.openxmlformats.org/drawingml/2006/table">
            <a:tbl>
              <a:tblPr/>
              <a:tblGrid>
                <a:gridCol w="3515576"/>
                <a:gridCol w="3515576"/>
                <a:gridCol w="3515576"/>
                <a:gridCol w="3515576"/>
              </a:tblGrid>
              <a:tr h="7344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Size (MB)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Accuracy (%)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Time/Batch (s)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4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313.30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1.1326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4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Pruned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313.30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75.5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1.1033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4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Quantized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190.13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0.6613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8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Distilled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313.30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82.5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1.0591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932838" y="5429152"/>
            <a:ext cx="10422323" cy="3829148"/>
            <a:chOff x="0" y="0"/>
            <a:chExt cx="16472069" cy="6051816"/>
          </a:xfrm>
        </p:grpSpPr>
        <p:sp>
          <p:nvSpPr>
            <p:cNvPr name="Freeform 5" id="5" descr="assignment5_comparison_plot.png"/>
            <p:cNvSpPr/>
            <p:nvPr/>
          </p:nvSpPr>
          <p:spPr>
            <a:xfrm flipH="false" flipV="false" rot="0">
              <a:off x="0" y="0"/>
              <a:ext cx="16472027" cy="6051804"/>
            </a:xfrm>
            <a:custGeom>
              <a:avLst/>
              <a:gdLst/>
              <a:ahLst/>
              <a:cxnLst/>
              <a:rect r="r" b="b" t="t" l="l"/>
              <a:pathLst>
                <a:path h="6051804" w="16472027">
                  <a:moveTo>
                    <a:pt x="0" y="0"/>
                  </a:moveTo>
                  <a:lnTo>
                    <a:pt x="16472027" y="0"/>
                  </a:lnTo>
                  <a:lnTo>
                    <a:pt x="16472027" y="6051804"/>
                  </a:lnTo>
                  <a:lnTo>
                    <a:pt x="0" y="6051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6" y="412279"/>
            <a:ext cx="12354052" cy="1715841"/>
            <a:chOff x="0" y="0"/>
            <a:chExt cx="16472069" cy="22877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2287787"/>
            </a:xfrm>
            <a:custGeom>
              <a:avLst/>
              <a:gdLst/>
              <a:ahLst/>
              <a:cxnLst/>
              <a:rect r="r" b="b" t="t" l="l"/>
              <a:pathLst>
                <a:path h="2287787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2287787"/>
                  </a:lnTo>
                  <a:lnTo>
                    <a:pt x="0" y="2287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6472069" cy="2430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Observations and Lessons Learned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7776" y="2428847"/>
            <a:ext cx="12171172" cy="497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Quantization provided the highest size reduction and fastest inference speed.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Pruning showed moderate improvements but minimal file-size gain due to serialization format.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Distillation retained accuracy similar to the baseline while offering potential for smaller student architectures.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Trade-offs were observed between accuracy and speed – quantized models favored speed, distilled models favored accuracy.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Compression is crucial for deploying models on low-power devices efficiently.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6" y="412279"/>
            <a:ext cx="12354052" cy="1715841"/>
            <a:chOff x="0" y="0"/>
            <a:chExt cx="16472069" cy="22877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2287787"/>
            </a:xfrm>
            <a:custGeom>
              <a:avLst/>
              <a:gdLst/>
              <a:ahLst/>
              <a:cxnLst/>
              <a:rect r="r" b="b" t="t" l="l"/>
              <a:pathLst>
                <a:path h="2287787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2287787"/>
                  </a:lnTo>
                  <a:lnTo>
                    <a:pt x="0" y="2287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6472069" cy="2430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7776" y="2428847"/>
            <a:ext cx="12171172" cy="596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compression techniques help in optimizing deep learning models for real-world applications.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Quantization provides immediate benefits in memory and inference time with small accuracy loss.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Pruning enhances model sparsity, preparing it for further optimization.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Knowledge distillation maintains competitive accuracy while reducing complexity.</a:t>
            </a:r>
          </a:p>
          <a:p>
            <a:pPr algn="l" marL="598152" indent="-299076" lvl="1">
              <a:lnSpc>
                <a:spcPts val="396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Together, these techniques make transformer models viable for edge and mobile deployment.</a:t>
            </a:r>
          </a:p>
          <a:p>
            <a:pPr algn="l" marL="598152" indent="-299076" lvl="1">
              <a:lnSpc>
                <a:spcPts val="3963"/>
              </a:lnSpc>
            </a:pPr>
          </a:p>
          <a:p>
            <a:pPr algn="l">
              <a:lnSpc>
                <a:spcPts val="3963"/>
              </a:lnSpc>
            </a:pPr>
            <a:r>
              <a:rPr lang="en-US" sz="3302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Prepared by: Manish Raj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DAG3R2zLPl4</dc:identifier>
  <dcterms:modified xsi:type="dcterms:W3CDTF">2011-08-01T06:04:30Z</dcterms:modified>
  <cp:revision>1</cp:revision>
  <dc:title>Assignment5_Light_Theme_Presentation.pptx</dc:title>
</cp:coreProperties>
</file>